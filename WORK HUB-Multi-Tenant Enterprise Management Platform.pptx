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165E7-2D8A-1A01-07FE-E525B5FE4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686C5-5340-DE97-35D3-FD3CB5451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57A1C-B180-9B6A-AFCB-601304DB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94E3E-9CB7-3939-6CBC-E455DA530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8C403-497A-208B-C909-82472618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76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5E9B-332B-83AD-1272-560A58046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37272-DD21-2F89-E32F-F3C6A0DA4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8EE31-6CB4-D4EA-5457-0220E450A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28BAC-8B0C-537C-83B2-020524ECB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6491D-3A2F-23B8-B047-D8DB0092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050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AEAF-EC84-4A30-3DBE-5A3C17886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D1F57-BFFD-7A5C-6828-DB91D2E26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3CCD3-A009-0F51-5AA1-FCF24678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DBC5-8F7F-1376-4F9B-A8C78334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58EE8-ACC8-821A-4AA6-7D54F35B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524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34B9-463E-D190-C74D-59617DF1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D02EE-2026-B6A6-01CB-81DE00BA2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39E7B-4BC4-B3D6-41E9-E98CBC8BB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05E71-19F7-5A5B-DF77-E5276298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30B9B-953A-94E8-D82C-5A6FC8C5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E7380-F33A-8C21-4269-0A22A426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58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2C3E-5C55-E665-09E3-3BBF00C0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BAC40-5257-4D11-C935-9A2D5C248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8E69E-CCAD-D7D3-E36A-225409052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729C6-4BA7-6FA2-BF21-3880DE160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1BC11F-26CF-70CC-A666-4050B7C3B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D2B4A1-9DA8-F778-2EBB-F2E9F4F3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49D435-AAF1-D0D9-F9D8-DBC89DBA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560E0-D676-C858-1208-5D889874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373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5E81-01C0-9D87-E57F-639F5F66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E205C-917D-139D-8138-3709118C1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F2A97A-51EF-54CE-14B7-66CD38D2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D5156-71AF-0162-972D-E0AC8D05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45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B418BA-8F68-6B04-7CA0-666733AF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02F3C-06E6-F5C5-01C6-78D7F342B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630D0-AF98-8E57-7D66-6B8804A0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13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0EF5-6DFB-3709-E350-7FC1C24A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6926D-4F1B-D88A-FBF4-1AB26F15C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5016E-8D8E-E553-7801-EEA5A9460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6239B-C4B9-3B57-54F1-042E2B686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E654C-7127-464B-07D2-3368FBFBC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0D43C-A2DA-E0E6-1775-D20DACDD5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948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662EB-D03B-1D4B-DED0-5844F54F8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0E175-3C19-6D9B-A4F0-C2160E335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04BFC-19CA-9B0C-C910-603F72C52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2BF8-252C-A3D8-AFB1-B905C243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4CA98-2AFE-089D-6C81-2D9EF2F78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8C69D-09EF-90D5-1A63-F600BAB4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22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14CF-AAF2-3771-1CD4-2F57CBACF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4D0C5-35CF-97CF-8AF9-EE593DC1B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4A745-153E-298B-6F84-1BE488C08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98169-541B-B8D4-97A3-EE258558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22A87-0D2D-8D1F-5DB6-6CBC51B6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199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EA7243-78CF-2EFE-948B-C2958BBD3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6FBE6-80C3-43E3-B74E-3288BDB2A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4739C-E687-3218-BBF7-CA14FAAB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D8291-2655-C315-7000-7F5B96188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33FE3-CADD-09AC-EEA7-6D399E74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98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0A37F4-CA40-0920-E7E1-FCCAFA66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36853-A0DB-9367-6210-FF618214C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18532-73EA-2B34-668C-4D12C868B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D536A-DFBC-4907-A6A8-99560137BBFA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0D0A7-920B-9B64-D071-57FDFAF4B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8D8AA-161F-57F3-E3E1-5578A1279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60ABD-F4EA-4C16-89B0-99907497F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9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A3EC6-AA12-254B-542B-672DA0B85C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WORK HUB</a:t>
            </a:r>
            <a:r>
              <a:rPr lang="en-US" dirty="0"/>
              <a:t>-Multi-Tenant Enterprise Management Platform</a:t>
            </a:r>
            <a:endParaRPr lang="en-IN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F4018BE-C618-05FC-968E-D9E461227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936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DEB4-AADB-E473-5981-0C5B3FDD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426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dirty="0"/>
              <a:t>DFD</a:t>
            </a:r>
          </a:p>
        </p:txBody>
      </p:sp>
    </p:spTree>
    <p:extLst>
      <p:ext uri="{BB962C8B-B14F-4D97-AF65-F5344CB8AC3E}">
        <p14:creationId xmlns:p14="http://schemas.microsoft.com/office/powerpoint/2010/main" val="2216526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734A15-6ECA-25D3-75F1-C9561F851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567" y="1577179"/>
            <a:ext cx="8138865" cy="37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4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9827AA-6F4B-DE0C-9299-CDC67C5CC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948" y="11406"/>
            <a:ext cx="4675544" cy="620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1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3A54AA-A860-CEEE-F656-E31703FD4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232" y="1094869"/>
            <a:ext cx="7048808" cy="464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210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D14372-7005-7502-B993-A643FB954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240" y="1150374"/>
            <a:ext cx="7513334" cy="472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904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4896-6267-FD4F-8D5A-85F80705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8755" y="3157487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dirty="0"/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135346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720D06-5A90-DD6F-FEA9-2CE5C3223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326" y="698090"/>
            <a:ext cx="9524123" cy="532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626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140EE5-5973-7AD7-8E16-9911F169B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310" y="597599"/>
            <a:ext cx="7898444" cy="585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14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4B813C-A0E3-751A-558C-8D7850F18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887" y="761628"/>
            <a:ext cx="9850225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617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963EE6-5E29-B1CD-9F84-C2AA4349C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40" y="2289018"/>
            <a:ext cx="7883560" cy="1388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80933F-91C4-D5A0-0ACA-C043DDEB0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501" y="3677265"/>
            <a:ext cx="7577590" cy="33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151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99428A-F265-6CFA-DB64-ADAFF515E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929" y="1295215"/>
            <a:ext cx="7872142" cy="42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</Words>
  <Application>Microsoft Office PowerPoint</Application>
  <PresentationFormat>Widescreen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WORK HUB-Multi-Tenant Enterprise Management Platform</vt:lpstr>
      <vt:lpstr>DFD</vt:lpstr>
      <vt:lpstr>PowerPoint Presentation</vt:lpstr>
      <vt:lpstr>PowerPoint Presentation</vt:lpstr>
      <vt:lpstr>PowerPoint Presentation</vt:lpstr>
      <vt:lpstr>PowerPoint Presentation</vt:lpstr>
      <vt:lpstr>TABLES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Geethika k</dc:creator>
  <cp:lastModifiedBy>Geethika k</cp:lastModifiedBy>
  <cp:revision>1</cp:revision>
  <dcterms:created xsi:type="dcterms:W3CDTF">2026-02-03T08:02:46Z</dcterms:created>
  <dcterms:modified xsi:type="dcterms:W3CDTF">2026-02-03T08:31:32Z</dcterms:modified>
</cp:coreProperties>
</file>